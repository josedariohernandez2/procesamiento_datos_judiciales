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</p:sldIdLst>
  <p:sldSz cx="16256000" cy="9144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 autoAdjust="0"/>
    <p:restoredTop sz="94622" autoAdjust="0"/>
  </p:normalViewPr>
  <p:slideViewPr>
    <p:cSldViewPr>
      <p:cViewPr varScale="1">
        <p:scale>
          <a:sx n="51" d="100"/>
          <a:sy n="51" d="100"/>
        </p:scale>
        <p:origin x="834" y="96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4/7/2026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‹Nº›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4/7/2026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‹Nº›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4/7/2026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‹Nº›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4/7/2026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‹Nº›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4/7/2026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‹Nº›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4/7/2026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‹Nº›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4/7/2026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‹Nº›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4/7/2026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‹Nº›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4/7/2026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‹Nº›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4/7/2026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‹Nº›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4/7/2026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‹Nº›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  <a:pPr/>
              <a:t>4/7/2026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‹Nº›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7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7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2"/>
          <p:cNvPicPr>
            <a:picLocks noChangeAspect="1"/>
          </p:cNvPicPr>
          <p:nvPr/>
        </p:nvPicPr>
        <p:blipFill rotWithShape="1">
          <a:blip r:embed="rId2"/>
          <a:srcRect b="2521"/>
          <a:stretch/>
        </p:blipFill>
        <p:spPr>
          <a:xfrm>
            <a:off x="0" y="0"/>
            <a:ext cx="16256000" cy="9144000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38100"/>
            <a:ext cx="16256000" cy="9067800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38100"/>
            <a:ext cx="16256000" cy="9067800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38100"/>
            <a:ext cx="16256000" cy="9067800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-25400" y="38100"/>
            <a:ext cx="16256000" cy="9067800"/>
          </a:xfrm>
          <a:prstGeom prst="rect">
            <a:avLst/>
          </a:prstGeom>
        </p:spPr>
      </p:pic>
      <p:sp>
        <p:nvSpPr>
          <p:cNvPr id="3" name="Rectángulo redondeado 2"/>
          <p:cNvSpPr/>
          <p:nvPr/>
        </p:nvSpPr>
        <p:spPr>
          <a:xfrm>
            <a:off x="1955800" y="4343400"/>
            <a:ext cx="1295400" cy="609600"/>
          </a:xfrm>
          <a:prstGeom prst="round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MX" sz="4000" b="1" dirty="0" smtClean="0">
                <a:solidFill>
                  <a:schemeClr val="tx1">
                    <a:lumMod val="85000"/>
                    <a:lumOff val="15000"/>
                  </a:schemeClr>
                </a:solidFill>
              </a:rPr>
              <a:t>ETL</a:t>
            </a:r>
            <a:endParaRPr lang="en-US" sz="4000" b="1" dirty="0">
              <a:solidFill>
                <a:schemeClr val="tx1">
                  <a:lumMod val="85000"/>
                  <a:lumOff val="15000"/>
                </a:schemeClr>
              </a:solidFill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38100"/>
            <a:ext cx="16256000" cy="9067800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38100"/>
            <a:ext cx="16256000" cy="9067800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38100"/>
            <a:ext cx="16256000" cy="9067800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38100"/>
            <a:ext cx="16256000" cy="9067800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38100"/>
            <a:ext cx="16256000" cy="9067800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38100"/>
            <a:ext cx="16256000" cy="9067800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38100"/>
            <a:ext cx="16256000" cy="9067800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38100"/>
            <a:ext cx="16256000" cy="9067800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38100"/>
            <a:ext cx="16256000" cy="9067800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9</TotalTime>
  <Words>1</Words>
  <Application>Microsoft Office PowerPoint</Application>
  <PresentationFormat>Personalizado</PresentationFormat>
  <Paragraphs>1</Paragraphs>
  <Slides>14</Slides>
  <Notes>0</Notes>
  <HiddenSlides>0</HiddenSlides>
  <MMClips>0</MMClips>
  <ScaleCrop>false</ScaleCrop>
  <HeadingPairs>
    <vt:vector size="6" baseType="variant">
      <vt:variant>
        <vt:lpstr>Fuentes usadas</vt:lpstr>
      </vt:variant>
      <vt:variant>
        <vt:i4>2</vt:i4>
      </vt:variant>
      <vt:variant>
        <vt:lpstr>Tema</vt:lpstr>
      </vt:variant>
      <vt:variant>
        <vt:i4>1</vt:i4>
      </vt:variant>
      <vt:variant>
        <vt:lpstr>Títulos de diapositiva</vt:lpstr>
      </vt:variant>
      <vt:variant>
        <vt:i4>14</vt:i4>
      </vt:variant>
    </vt:vector>
  </HeadingPairs>
  <TitlesOfParts>
    <vt:vector size="17" baseType="lpstr">
      <vt:lpstr>Arial</vt:lpstr>
      <vt:lpstr>Calibri</vt:lpstr>
      <vt:lpstr>Office Theme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Presentación de PowerPoint</dc:title>
  <dc:creator>Acer</dc:creator>
  <cp:lastModifiedBy>Acer</cp:lastModifiedBy>
  <cp:revision>3</cp:revision>
  <dcterms:created xsi:type="dcterms:W3CDTF">2006-08-16T00:00:00Z</dcterms:created>
  <dcterms:modified xsi:type="dcterms:W3CDTF">2026-04-08T02:14:25Z</dcterms:modified>
</cp:coreProperties>
</file>